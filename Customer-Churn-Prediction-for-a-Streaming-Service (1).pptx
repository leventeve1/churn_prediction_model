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</p:sldIdLst>
  <p:sldSz cx="14630400" cy="8229600"/>
  <p:notesSz cx="8229600" cy="146304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39346" autoAdjust="0"/>
  </p:normalViewPr>
  <p:slideViewPr>
    <p:cSldViewPr snapToGrid="0" snapToObjects="1">
      <p:cViewPr varScale="1">
        <p:scale>
          <a:sx n="36" d="100"/>
          <a:sy n="36" d="100"/>
        </p:scale>
        <p:origin x="31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86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Data Preparation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 values are filled using the median.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Categorical variables are encoded into numerical format.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scaling is applied for algorithms that require normalized input.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Train/Test Split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dataset is split into training and testing sets (80/20) to evaluate model performance.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Model Training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models are trained and compared: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 Regression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 Boosting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Model Selection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with the highest accuracy on the test dataset is automatically selected.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Prediction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selected model predicts the churn probability for each customer.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Feature Importance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calculates the most important factors influencing churn and their relative importance percentages.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kashanandt/streaming-service-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6405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Churn Prediction for a Streaming Service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501866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machine learning pipeline designed to predict customer churn for a fictional video streaming company. This project identifies customers most likely to cancel their subscription — empowering the business to take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retention actions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such as personalized discounts, re-engagement emails, or tailored content recommendations.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31280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trains and compares multiple ML models, automatically selects the best performer, and outputs ranked churn probabilities for every customer in the dataset.</a:t>
            </a:r>
            <a:endParaRPr lang="en-US" sz="15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D79CD5E-0EAA-DCF5-8D8B-43869C999F4A}"/>
              </a:ext>
            </a:extLst>
          </p:cNvPr>
          <p:cNvSpPr/>
          <p:nvPr/>
        </p:nvSpPr>
        <p:spPr>
          <a:xfrm>
            <a:off x="793790" y="659536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hu-HU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Levente Sélley, Gergő Zalaváry, Fabó Leon Tompos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996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Idea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4687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Subscription-based businesses lose customers every single month — and most of those losses are preventable. By predicting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users are likely to churn before they actually cancel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companies can intervene early with targeted offers and personalized experiences.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05200"/>
            <a:ext cx="4215289" cy="3094434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0930" y="3505200"/>
            <a:ext cx="91440" cy="3094434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88" y="3726418"/>
            <a:ext cx="26950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Business Problem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4155638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acquisition costs far exceed retention costs. Even a small reduction in monthly churn can meaningfully improve lifetime value and revenue.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505200"/>
            <a:ext cx="4215408" cy="3094434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577" y="3505200"/>
            <a:ext cx="91440" cy="3094434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97235" y="37264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ML Solution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4155638"/>
            <a:ext cx="370439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uses behavioral and demographic features — age, subscription length, payment method, support tickets, satisfaction score, last activity, and monthly spend — to estimate churn probability per customer.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505200"/>
            <a:ext cx="4215289" cy="3094434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98343" y="3505200"/>
            <a:ext cx="91440" cy="3094434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11001" y="3726418"/>
            <a:ext cx="25275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Business Output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1001" y="4155638"/>
            <a:ext cx="37042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ranked list of high-risk customers is delivered directly to the marketing team, enabling fast, data-driven retention campaigns with minimal engineering overhead.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593" y="1024533"/>
            <a:ext cx="3925848" cy="490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23593" y="1763673"/>
            <a:ext cx="1238321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</a:t>
            </a:r>
            <a:r>
              <a:rPr lang="en-US" sz="12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Streaming Service Data — Kaggle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dataset captures a wide range of customer attributes that serve as predictive signals for churn behavior.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23593" y="2128361"/>
            <a:ext cx="12383214" cy="5076587"/>
          </a:xfrm>
          <a:prstGeom prst="roundRect">
            <a:avLst>
              <a:gd name="adj" fmla="val 129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213" y="2135981"/>
            <a:ext cx="12367974" cy="389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8256" y="2218134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4000" y="2218134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31213" y="2525316"/>
            <a:ext cx="12367974" cy="389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8256" y="2607469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4000" y="2607469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identifier for each customer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31213" y="2914650"/>
            <a:ext cx="12367974" cy="389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8256" y="2996803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4000" y="2996803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age in years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31213" y="3303984"/>
            <a:ext cx="12367974" cy="389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8256" y="3386138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4000" y="3386138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or Female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31213" y="3693319"/>
            <a:ext cx="12367974" cy="389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8256" y="3775472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Subscription_Length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4000" y="3775472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months the customer has been subscribed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31213" y="4082653"/>
            <a:ext cx="12367974" cy="389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88256" y="4164806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4000" y="4164806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region of the customer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31213" y="4471988"/>
            <a:ext cx="12367974" cy="389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88256" y="4554141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Payment_Method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4000" y="4554141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method used (e.g., credit card, PayPal)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31213" y="4861322"/>
            <a:ext cx="12367974" cy="389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88256" y="4943475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Support_Tickets_Raised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4000" y="4943475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support tickets submitted by the customer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31213" y="5250656"/>
            <a:ext cx="12367974" cy="389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88256" y="5332809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Satisfaction_Score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4000" y="5332809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satisfaction rating (survey-based)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31213" y="5639991"/>
            <a:ext cx="12367974" cy="389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88256" y="5722144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Discount_Offered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4000" y="5722144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a discount was previously offered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131213" y="6029325"/>
            <a:ext cx="12367974" cy="389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88256" y="6111478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Last_Activity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4000" y="6111478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since the customer's last recorded activity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31213" y="6418659"/>
            <a:ext cx="12367974" cy="389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88256" y="6500813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Monthly_Spend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84000" y="6500813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monthly spending in USD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131213" y="6807994"/>
            <a:ext cx="12367974" cy="389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288256" y="6890147"/>
            <a:ext cx="277427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384000" y="6890147"/>
            <a:ext cx="895826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variable — 1 if churned, 0 if retained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565" y="460891"/>
            <a:ext cx="5445323" cy="493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 Approach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1565" y="1205032"/>
            <a:ext cx="12447270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follows a structured, end-to-end workflow — from raw data ingestion to ranked churn predictions. Each step is automated and reproducible.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65" y="1572935"/>
            <a:ext cx="12447270" cy="5601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66584" y="1833246"/>
            <a:ext cx="2178235" cy="33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2966584" y="2265601"/>
            <a:ext cx="2178235" cy="483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encode, and scale features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0449" y="3331531"/>
            <a:ext cx="482473" cy="4824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0882" y="6034128"/>
            <a:ext cx="2190204" cy="33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Train/Test Split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120882" y="6466484"/>
            <a:ext cx="2190204" cy="483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data 80/20 for validation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4747" y="5090874"/>
            <a:ext cx="482473" cy="4824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51244" y="1791357"/>
            <a:ext cx="2178235" cy="33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Training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7251244" y="2223712"/>
            <a:ext cx="2178235" cy="483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LR, RF, and GB models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1014" y="3283657"/>
            <a:ext cx="482474" cy="4824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05543" y="6034128"/>
            <a:ext cx="2178234" cy="33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 Selection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9405543" y="6466484"/>
            <a:ext cx="2178234" cy="483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model with highest accuracy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9408" y="5090874"/>
            <a:ext cx="482473" cy="4824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1565" y="7315319"/>
            <a:ext cx="1244727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is fully automated — no manual model selection is required. The best-performing model on the held-out test set is automatically promoted to generate the final predictions, ensuring objective and reproducible results every time the script is run.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875" y="819626"/>
            <a:ext cx="7345561" cy="56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Output: </a:t>
            </a:r>
            <a:r>
              <a:rPr lang="en-US" sz="35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OUTPUT_PREDICTION.csv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6875" y="1710809"/>
            <a:ext cx="13196649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running the script, a structured CSV file is generated containing everything a marketing team needs to take immediate action on high-risk customers.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7812" y="2165628"/>
            <a:ext cx="6637853" cy="4075033"/>
          </a:xfrm>
          <a:prstGeom prst="roundRect">
            <a:avLst>
              <a:gd name="adj" fmla="val 316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7001" y="2327434"/>
            <a:ext cx="224028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Contents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67001" y="2769275"/>
            <a:ext cx="6279475" cy="126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model used for prediction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model accuracy on test set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churn factors with importance percentages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customers ranked by churn probability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41419" y="2327434"/>
            <a:ext cx="283940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Output Snapshot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41419" y="2789515"/>
            <a:ext cx="6379726" cy="3269099"/>
          </a:xfrm>
          <a:prstGeom prst="roundRect">
            <a:avLst>
              <a:gd name="adj" fmla="val 230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32489" y="2789515"/>
            <a:ext cx="6397585" cy="3269099"/>
          </a:xfrm>
          <a:prstGeom prst="roundRect">
            <a:avLst>
              <a:gd name="adj" fmla="val 82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11678" y="2923818"/>
            <a:ext cx="6039207" cy="300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Best Model Used, Random Forest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 Accuracy, 0.84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 Factors (importance %):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Last_Activity,     21.3%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Satisfaction_Score,18.7%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Subscription_Length,16.5%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Customer_ID, Churn_Probability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CUST000241,  0.93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CUST000982,  0.91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6875" y="6422708"/>
            <a:ext cx="13196649" cy="987266"/>
          </a:xfrm>
          <a:prstGeom prst="roundRect">
            <a:avLst>
              <a:gd name="adj" fmla="val 7625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64" y="6687979"/>
            <a:ext cx="223957" cy="17918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99210" y="6629281"/>
            <a:ext cx="1243512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are sorted in descending order by churn probability, allowing marketing teams to prioritize outreach starting with the highest-risk accounts first.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283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Structure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6975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repository follows a clean, minimal structure — everything needed to reproduce the full pipeline is contained in four files.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10533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9768" y="3516511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📄</a:t>
            </a: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Streaming.csv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3953351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raw input dataset sourced from Kaggle. Contains all customer features and the target churn label.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310533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20357" y="3516511"/>
            <a:ext cx="2738438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🐍</a:t>
            </a: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ChurnPrediction.py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20357" y="3953351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script. Runs the full ML pipeline end-to-end: data prep, model training, selection, prediction, and output generation.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992767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9768" y="5198745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📦</a:t>
            </a: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requirements.txt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9768" y="5635585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Lists all Python package dependencies. Install with </a:t>
            </a: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running the script.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14379" y="4992767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20357" y="5198745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📖</a:t>
            </a: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README.md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20357" y="5635585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documentation covering setup instructions, dataset description, and output format for new contributors.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1787"/>
            <a:ext cx="73361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Possible Future Improvements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7870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establishes a solid foundation. The following enhancements would elevate it from a university assignment to a production-grade churn intelligence system.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837021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930" y="28370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Models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37930" y="3266242"/>
            <a:ext cx="343804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significantly improved predictive performance on tabular data, especially with class imbalance.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3986" y="2837021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68127" y="28370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Cross-Validation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968127" y="3266242"/>
            <a:ext cx="34381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the single 80/20 split with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k-fold cross-validation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produce more robust and statistically reliable model selection.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4302" y="2837021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98443" y="2837021"/>
            <a:ext cx="25704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Explainability (SHAP)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0398443" y="3266242"/>
            <a:ext cx="343816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 values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explain individual predictions — helping stakeholders understand exactly why a specific customer is flagged as high-risk.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250775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7930" y="52507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Churn Dashboard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537930" y="5679996"/>
            <a:ext cx="343804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interactive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dashboard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(e.g., with Streamlit or Dash) for real-time churn tracking and business reporting.</a:t>
            </a:r>
            <a:endParaRPr lang="en-US" sz="1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23986" y="5250775"/>
            <a:ext cx="496133" cy="49613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68127" y="5250775"/>
            <a:ext cx="341709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or Web App Deployment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5968127" y="5679996"/>
            <a:ext cx="343816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the trained model as a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(FastAPI or Flask) or web application, enabling real-time scoring integrated into CRM or marketing systems.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PresentationFormat>Custom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Inter Bold</vt:lpstr>
      <vt:lpstr>Consolas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Tompos Fabó Leon</cp:lastModifiedBy>
  <cp:revision>3</cp:revision>
  <dcterms:created xsi:type="dcterms:W3CDTF">2026-03-17T13:12:16Z</dcterms:created>
  <dcterms:modified xsi:type="dcterms:W3CDTF">2026-03-17T13:44:19Z</dcterms:modified>
</cp:coreProperties>
</file>